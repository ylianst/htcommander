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1" r:id="rId2"/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43F6D-DC99-4DCF-B037-B9B797074E42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77F8C-59CF-414D-8052-CD6490349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3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4314-4F10-F083-8547-E7B22750E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068E6-7D30-8FF1-EB9E-858BE3CDD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20410-638F-D971-3DFB-13247445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657E-FB73-D1E5-8A72-4A318C95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ABA6-3006-0B17-4ABC-BFDF0AC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9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D44E-BF95-731F-93DE-D577B1C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3D4E-80CD-0976-A53B-7BB9DAC02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AF50-97EF-0199-E408-525888BF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5DC63-4A1A-9097-E15A-81684169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D6F1B-97C1-07B2-8862-A0DAB2E4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3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83EE-B2C6-82FF-CD38-CBC8B6FF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F1088-D31F-3655-F752-F2A0D02E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28EA-AE40-6E2D-F14E-5FD30C78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E85B-C9D9-BED8-7C2B-9CD9F6E8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C71FA-64A0-6677-C932-77912497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3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A4E3-4CD6-9566-74D1-158F3D36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7C8AF-A9CD-4F52-6046-346115170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0730-83EE-CD3A-7401-851743E45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3C224-7B89-55E6-AB59-0110FAAC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B8075-D788-B3F9-BC81-2A652833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0AFA6-C58C-A52B-DA35-1D616A9F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8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800B-EF2C-CEC4-28C0-93C4F5A3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E5AED-C6F4-28BE-B01B-503E54EAE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88139-8983-88F6-4C01-9CE86529C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ADE51-9D0E-2E22-7008-7278BB090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20AF2-2D29-BC78-08EB-FE898BA6E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3B85C-E0FF-431E-3B50-AC94F4C8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D5935-4EB3-159E-6303-1D697128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C0503-B715-4579-5455-C517261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DA0F-A1B0-DEB3-C08A-5B8C6AB1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F99BA-FA21-2EDB-336E-D24BB3862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77D39-6923-416B-B2C3-D45205F7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5CB5-369F-CEBA-0230-BBAC1752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79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77911-9C5D-B589-FD66-7793D4B6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DC907-A447-64F1-61DA-E9AC41FA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21F76-CF98-3AA4-CDF8-AEBB6074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9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F073-C116-DF4E-E4A9-AEBE8B40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5AED-3A24-ABA6-7E92-733E9EE85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E86F4-8F9A-AF59-5450-CB781AB53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C5A12-A23E-B861-F2C2-059337EF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AEC3-1B5C-61D2-6664-56C48A07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2B17B-69B7-F969-0768-5138B6C3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5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680D-DBA0-CF6E-FD53-DEE054A5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BE8AD9-9415-5697-F838-20B87D4F5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6F02D-D94B-6564-EE6A-20CD0F3CA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FC462-FEA4-8F63-F8DD-04162E40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040D4-5959-6C8C-23E0-51B394C6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49491-E1EA-09AC-0670-F22F93A5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3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7C9A-B97B-2EA8-B29F-0CFDE835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98411-0648-1E8C-BECE-D1765B0AD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72FA-2C23-60A6-A177-A44CFAAB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99D37-34BE-CFFC-839B-50994705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9BA89-6575-FC7F-2599-BECB3011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40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220CC-F633-9698-A0F7-1E22972E0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324C8-080A-0550-310F-A226F0A3C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87C1E-3B54-2D05-497C-B97DA4EA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862DA-E5BC-E0F6-FBF2-DA19F606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F235-FDEA-B179-91F9-0EE3C833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9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26B40-CDA4-40BE-E752-0A7FDBD6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508BE-CC66-0037-7177-6A0F08E60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5EBD-BF0F-F0D0-A4FD-6690148CC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3C94A-0403-4408-9D62-C2F5423A16D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CE736-AA37-13E7-47CD-00E14DDB0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A0A9-4594-E36A-254D-B52433A3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2CE4D-2691-468A-84B4-1CB3F8A0B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7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378E4F6-7A43-40A7-81B3-CB1C30B248C7}"/>
              </a:ext>
            </a:extLst>
          </p:cNvPr>
          <p:cNvGrpSpPr/>
          <p:nvPr/>
        </p:nvGrpSpPr>
        <p:grpSpPr>
          <a:xfrm>
            <a:off x="1244585" y="609600"/>
            <a:ext cx="9127416" cy="5638800"/>
            <a:chOff x="1244585" y="609600"/>
            <a:chExt cx="9127416" cy="5638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4B2E99-E879-49A3-41E7-AFD90F6E8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4585" y="609600"/>
              <a:ext cx="7421895" cy="5183184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C3977F-2748-044E-8FC7-81E661095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45" b="3345"/>
            <a:stretch>
              <a:fillRect/>
            </a:stretch>
          </p:blipFill>
          <p:spPr>
            <a:xfrm>
              <a:off x="7738334" y="1065216"/>
              <a:ext cx="2633667" cy="5183184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2338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ED8CE-8879-F400-706A-D51BCE04A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71" y="670029"/>
            <a:ext cx="6330446" cy="442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02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1275">
          <a:solidFill>
            <a:schemeClr val="accent2"/>
          </a:solidFill>
          <a:headEnd type="none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17</cp:revision>
  <dcterms:created xsi:type="dcterms:W3CDTF">2025-01-12T02:37:34Z</dcterms:created>
  <dcterms:modified xsi:type="dcterms:W3CDTF">2026-06-30T05:53:30Z</dcterms:modified>
</cp:coreProperties>
</file>